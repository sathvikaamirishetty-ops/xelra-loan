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Loan Eligibility Comparison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Side-by-Side Bank Eligibility Estimator</a:t>
            </a:r>
          </a:p>
          <a:p>
            <a:r>
              <a:t>Proposed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Market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existing tools focus on:</a:t>
            </a:r>
          </a:p>
          <a:p>
            <a:pPr lvl="1"/>
            <a:r>
              <a:t>Interest Rate comparisons</a:t>
            </a:r>
          </a:p>
          <a:p>
            <a:pPr lvl="1"/>
            <a:r>
              <a:t>EMI calculations for a fixed loan amount</a:t>
            </a:r>
          </a:p>
          <a:p>
            <a:pPr lvl="1"/>
            <a:r>
              <a:t>Lead generation rather than instant transparency</a:t>
            </a:r>
          </a:p>
          <a:p>
            <a:br/>
            <a:pPr>
              <a:defRPr b="1"/>
            </a:pPr>
            <a:r>
              <a:t>What is missing?</a:t>
            </a:r>
          </a:p>
          <a:p>
            <a:pPr lvl="1"/>
            <a:r>
              <a:t>A simple 'How much can I get?' comparison across banks without entering a specific loan amount request.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2-Bank Dummy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Features:</a:t>
            </a:r>
          </a:p>
          <a:p>
            <a:pPr lvl="1"/>
            <a:r>
              <a:t>Single Input: User enters their financial profile once.</a:t>
            </a:r>
          </a:p>
          <a:p>
            <a:pPr lvl="1"/>
            <a:r>
              <a:t>Direct Comparison: Side-by-side view of max loan eligibility.</a:t>
            </a:r>
          </a:p>
          <a:p>
            <a:pPr lvl="1"/>
            <a:r>
              <a:t>Dummy Logic: Uses indicative FOIR and Multiplier rules to simulate realistic differences.</a:t>
            </a:r>
          </a:p>
          <a:p>
            <a:pPr lvl="1"/>
            <a:r>
              <a:t>Immediate Value: Users see 'HDFC gives ₹58L vs BoB gives ₹38L'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Behind the Scenes: The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 simplified banking norms for the demo:</a:t>
            </a:r>
          </a:p>
          <a:p>
            <a:br/>
            <a:pPr>
              <a:defRPr b="1"/>
            </a:pPr>
            <a:r>
              <a:t>HDFC Bank (Aggressive Profile)</a:t>
            </a:r>
          </a:p>
          <a:p>
            <a:pPr lvl="1"/>
            <a:r>
              <a:t>FOIR: 55% | Multiplier: 200x</a:t>
            </a:r>
          </a:p>
          <a:p>
            <a:pPr lvl="1"/>
            <a:r>
              <a:t>Result: Higher loan amount eligibility.</a:t>
            </a:r>
          </a:p>
          <a:p>
            <a:br/>
            <a:pPr>
              <a:defRPr b="1"/>
            </a:pPr>
            <a:r>
              <a:t>Bank of Baroda (Conservative Profile)</a:t>
            </a:r>
          </a:p>
          <a:p>
            <a:pPr lvl="1"/>
            <a:r>
              <a:t>FOIR: 45% | Multiplier: 180x</a:t>
            </a:r>
          </a:p>
          <a:p>
            <a:pPr lvl="1"/>
            <a:r>
              <a:t>Result: Lower loan amount, stricter criteria.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Simple, lightweight, and effective:</a:t>
            </a:r>
          </a:p>
          <a:p>
            <a:pPr lvl="1"/>
            <a:r>
              <a:t>Backend: Python (Flask)</a:t>
            </a:r>
          </a:p>
          <a:p>
            <a:pPr lvl="1"/>
            <a:r>
              <a:t>Frontend: HTML5 + Vanilla CSS (Premium Styling)</a:t>
            </a:r>
          </a:p>
          <a:p>
            <a:pPr lvl="1"/>
            <a:r>
              <a:t>Deployment: Ready for local demo or cloud hosting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Enter Income &amp; EMIs</a:t>
            </a:r>
          </a:p>
          <a:p>
            <a:r>
              <a:t>2. Select Employment &amp; Credit Score</a:t>
            </a:r>
          </a:p>
          <a:p>
            <a:r>
              <a:t>3. Click 'Check Eligibility'</a:t>
            </a:r>
          </a:p>
          <a:p>
            <a:r>
              <a:t>4. View Comparative Results</a:t>
            </a:r>
          </a:p>
          <a:p>
            <a:br/>
            <a:pPr>
              <a:defRPr b="1">
                <a:solidFill>
                  <a:srgbClr val="008000"/>
                </a:solidFill>
              </a:defRPr>
            </a:pPr>
            <a:r>
              <a:t>Status: Verified &amp; Running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